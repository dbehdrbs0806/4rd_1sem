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5"/>
  </p:notesMasterIdLst>
  <p:sldIdLst>
    <p:sldId id="258" r:id="rId2"/>
    <p:sldId id="259" r:id="rId3"/>
    <p:sldId id="257" r:id="rId4"/>
  </p:sldIdLst>
  <p:sldSz cx="9144000" cy="6858000" type="screen4x3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배찬민" initials="배" lastIdx="0" clrIdx="0"/>
  <p:cmAuthor id="2" name="한설 고" initials="한고" lastIdx="2" clrIdx="1">
    <p:extLst>
      <p:ext uri="{19B8F6BF-5375-455C-9EA6-DF929625EA0E}">
        <p15:presenceInfo xmlns:p15="http://schemas.microsoft.com/office/powerpoint/2012/main" userId="2892c982dbaa56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  <a:srgbClr val="B9B9B9"/>
    <a:srgbClr val="00CC99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83657" autoAdjust="0"/>
  </p:normalViewPr>
  <p:slideViewPr>
    <p:cSldViewPr>
      <p:cViewPr varScale="1">
        <p:scale>
          <a:sx n="108" d="100"/>
          <a:sy n="108" d="100"/>
        </p:scale>
        <p:origin x="2159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52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3432" y="-10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778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r">
              <a:defRPr sz="1200"/>
            </a:lvl1pPr>
          </a:lstStyle>
          <a:p>
            <a:fld id="{57764B8E-7EC0-4B59-8DA5-E04CAE3DB5F2}" type="datetimeFigureOut">
              <a:rPr lang="ko-KR" altLang="en-US" smtClean="0"/>
              <a:t>2025-03-30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264" tIns="44632" rIns="89264" bIns="4463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9" y="4690502"/>
            <a:ext cx="5438759" cy="4443878"/>
          </a:xfrm>
          <a:prstGeom prst="rect">
            <a:avLst/>
          </a:prstGeom>
        </p:spPr>
        <p:txBody>
          <a:bodyPr vert="horz" lIns="89264" tIns="44632" rIns="89264" bIns="4463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778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r">
              <a:defRPr sz="1200"/>
            </a:lvl1pPr>
          </a:lstStyle>
          <a:p>
            <a:fld id="{420F09F9-D812-4758-8566-A65BCCCBD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4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1202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752600"/>
            <a:ext cx="7772400" cy="1981200"/>
          </a:xfrm>
        </p:spPr>
        <p:txBody>
          <a:bodyPr anchor="ctr" anchorCtr="1">
            <a:normAutofit/>
          </a:bodyPr>
          <a:lstStyle>
            <a:lvl1pPr algn="ctr">
              <a:defRPr/>
            </a:lvl1pPr>
          </a:lstStyle>
          <a:p>
            <a:r>
              <a:rPr lang="ko-KR" altLang="en-US" dirty="0"/>
              <a:t>세미나 제목</a:t>
            </a:r>
            <a:endParaRPr lang="en-US" altLang="ko-KR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886200"/>
            <a:ext cx="6400800" cy="2819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23/12/26</a:t>
            </a:r>
            <a:endParaRPr lang="ko-KR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87A7431B-603E-467D-882E-3062B6363EC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6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 userDrawn="1"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9" name="Text Box 15"/>
          <p:cNvSpPr txBox="1">
            <a:spLocks noChangeArrowheads="1"/>
          </p:cNvSpPr>
          <p:nvPr userDrawn="1"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20" name="Picture 1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1" name="Rectangle 4"/>
          <p:cNvSpPr>
            <a:spLocks noChangeArrowheads="1"/>
          </p:cNvSpPr>
          <p:nvPr userDrawn="1"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22" name="Rectangle 5"/>
          <p:cNvSpPr>
            <a:spLocks noChangeArrowheads="1"/>
          </p:cNvSpPr>
          <p:nvPr userDrawn="1"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650" y="158820"/>
            <a:ext cx="8137525" cy="707886"/>
          </a:xfrm>
        </p:spPr>
        <p:txBody>
          <a:bodyPr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28675" y="1052513"/>
            <a:ext cx="3919538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00613" y="1052513"/>
            <a:ext cx="3919537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20313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en-US" altLang="ko-KR" sz="1800" b="1" dirty="0">
                <a:latin typeface="Arial"/>
                <a:ea typeface="굴림"/>
              </a:rPr>
              <a:t>Email : a67422830@gmail.com</a:t>
            </a:r>
            <a:endParaRPr lang="ko-KR" altLang="en-US" sz="1800" b="1" dirty="0">
              <a:latin typeface="Arial"/>
              <a:ea typeface="굴림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9588" y="188913"/>
            <a:ext cx="2033587" cy="61356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55650" y="188913"/>
            <a:ext cx="5951538" cy="61356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175432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8137525" cy="6477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/>
          <a:lstStyle/>
          <a:p>
            <a:pPr lvl="0"/>
            <a:r>
              <a:rPr lang="ko-KR" altLang="en-US"/>
              <a:t>마스터 제목 유형을 편집하려면 누르십시오</a:t>
            </a:r>
            <a:r>
              <a:rPr lang="en-US" altLang="ko-KR"/>
              <a:t>.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675" y="1052513"/>
            <a:ext cx="7991475" cy="527208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ko-KR" altLang="en-US"/>
              <a:t>마스터 문자열 유형을 편집하려면 누르십시오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세째 수준</a:t>
            </a:r>
          </a:p>
          <a:p>
            <a:pPr lvl="3"/>
            <a:r>
              <a:rPr lang="ko-KR" altLang="en-US"/>
              <a:t>네째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>
          <a:xfrm>
            <a:off x="684213" y="908050"/>
            <a:ext cx="8459787" cy="6985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66"/>
              </a:gs>
            </a:gsLst>
            <a:lin ang="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>
          <a:xfrm>
            <a:off x="6988175" y="6477000"/>
            <a:ext cx="1905000" cy="3810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/>
          <a:lstStyle/>
          <a:p>
            <a:pPr algn="r"/>
            <a:fld id="{467224BF-58AA-4D3F-AC6F-AA05367478A1}" type="slidenum">
              <a:rPr lang="en-US" altLang="ko-KR" sz="1400"/>
              <a:pPr algn="r"/>
              <a:t>‹#›</a:t>
            </a:fld>
            <a:endParaRPr lang="en-US" altLang="ko-KR" sz="1400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95" name="Text Box 19"/>
          <p:cNvSpPr txBox="1">
            <a:spLocks noChangeArrowheads="1"/>
          </p:cNvSpPr>
          <p:nvPr/>
        </p:nvSpPr>
        <p:spPr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033" name="Picture 21"/>
          <p:cNvPicPr>
            <a:picLocks noChangeAspect="1" noChangeArrowheads="1"/>
          </p:cNvPicPr>
          <p:nvPr/>
        </p:nvPicPr>
        <p:blipFill rotWithShape="1">
          <a:blip r:embed="rId14" cstate="print"/>
          <a:srcRect/>
          <a:stretch>
            <a:fillRect/>
          </a:stretch>
        </p:blipFill>
        <p:spPr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45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80000"/>
        <a:buFont typeface="Wingdings"/>
        <a:buChar char="u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110000"/>
        <a:buFont typeface="Wingdings"/>
        <a:buChar char="ü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A242A-9D6D-D5F0-49FA-D7F64E0A8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259FBF-CA7E-38AB-74F9-500D0F105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25/03/25</a:t>
            </a:r>
          </a:p>
        </p:txBody>
      </p:sp>
    </p:spTree>
    <p:extLst>
      <p:ext uri="{BB962C8B-B14F-4D97-AF65-F5344CB8AC3E}">
        <p14:creationId xmlns:p14="http://schemas.microsoft.com/office/powerpoint/2010/main" val="5149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86CDC-20D2-563F-2B2A-B6BE5B47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A0CC9-B749-2242-7365-0E9537911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088" y="1124744"/>
            <a:ext cx="8426648" cy="5272087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프로젝트의 현 상황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프로젝트의 방향 및 논문의 제목</a:t>
            </a:r>
            <a:r>
              <a:rPr lang="en-US" altLang="ko-KR" dirty="0"/>
              <a:t>(</a:t>
            </a:r>
            <a:r>
              <a:rPr lang="ko-KR" altLang="en-US" dirty="0"/>
              <a:t>주제</a:t>
            </a:r>
            <a:r>
              <a:rPr lang="en-US" altLang="ko-KR" dirty="0"/>
              <a:t>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사용할 아키텍처 그림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04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9398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실사대비 보고자료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99FF"/>
      </a:hlink>
      <a:folHlink>
        <a:srgbClr val="B2B2B2"/>
      </a:folHlink>
    </a:clrScheme>
    <a:fontScheme name="실사대비 보고자료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spDef>
    <a:ln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실사대비 보고자료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19383</TotalTime>
  <Words>22</Words>
  <Application>Microsoft Office PowerPoint</Application>
  <PresentationFormat>화면 슬라이드 쇼(4:3)</PresentationFormat>
  <Paragraphs>13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HY헤드라인M</vt:lpstr>
      <vt:lpstr>굴림</vt:lpstr>
      <vt:lpstr>맑은 고딕</vt:lpstr>
      <vt:lpstr>Arial</vt:lpstr>
      <vt:lpstr>Times New Roman</vt:lpstr>
      <vt:lpstr>Wingdings</vt:lpstr>
      <vt:lpstr>Default Theme</vt:lpstr>
      <vt:lpstr>논문 프로젝트</vt:lpstr>
      <vt:lpstr>목차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1234</dc:title>
  <dc:creator>Nineking</dc:creator>
  <cp:lastModifiedBy>유동균</cp:lastModifiedBy>
  <cp:revision>697</cp:revision>
  <cp:lastPrinted>2016-11-01T07:29:09Z</cp:lastPrinted>
  <dcterms:created xsi:type="dcterms:W3CDTF">2013-09-09T21:16:08Z</dcterms:created>
  <dcterms:modified xsi:type="dcterms:W3CDTF">2025-03-30T13:03:24Z</dcterms:modified>
</cp:coreProperties>
</file>